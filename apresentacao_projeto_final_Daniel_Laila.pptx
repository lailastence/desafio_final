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1" r:id="rId8"/>
    <p:sldId id="262" r:id="rId9"/>
    <p:sldId id="265" r:id="rId10"/>
    <p:sldId id="266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_3dLuy8uLw" TargetMode="External"/><Relationship Id="rId2" Type="http://schemas.openxmlformats.org/officeDocument/2006/relationships/hyperlink" Target="https://github.com/LailaStence/Desafio_Fin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303" y="2547893"/>
            <a:ext cx="5277394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Projeto</a:t>
            </a:r>
            <a:r>
              <a:rPr dirty="0"/>
              <a:t> Final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646" y="6015128"/>
            <a:ext cx="8229600" cy="568234"/>
          </a:xfrm>
        </p:spPr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sz="2000" dirty="0"/>
              <a:t>Grupo 04</a:t>
            </a:r>
            <a:r>
              <a:rPr lang="pt-BR" sz="2000" dirty="0"/>
              <a:t>: </a:t>
            </a:r>
            <a:r>
              <a:rPr sz="2000" dirty="0"/>
              <a:t>Daniel </a:t>
            </a:r>
            <a:r>
              <a:rPr sz="2000" dirty="0" err="1"/>
              <a:t>Vidiri</a:t>
            </a:r>
            <a:r>
              <a:rPr sz="2000" dirty="0"/>
              <a:t> Neto</a:t>
            </a:r>
            <a:r>
              <a:rPr lang="pt-BR" sz="2000" dirty="0"/>
              <a:t> </a:t>
            </a:r>
            <a:br>
              <a:rPr lang="pt-BR" sz="2000" dirty="0"/>
            </a:br>
            <a:r>
              <a:rPr lang="pt-BR" sz="2000" dirty="0"/>
              <a:t> </a:t>
            </a:r>
            <a:r>
              <a:rPr sz="2000" dirty="0"/>
              <a:t>Laila M. 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80360"/>
            <a:ext cx="8229600" cy="1469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dirty="0"/>
              <a:t>Sistema</a:t>
            </a:r>
            <a:r>
              <a:rPr lang="pt-BR" sz="2600" dirty="0"/>
              <a:t> </a:t>
            </a:r>
            <a:r>
              <a:rPr sz="2600" dirty="0"/>
              <a:t>de Machine Learning para </a:t>
            </a:r>
            <a:r>
              <a:rPr sz="2600" dirty="0" err="1"/>
              <a:t>prever</a:t>
            </a:r>
            <a:r>
              <a:rPr sz="2600" dirty="0"/>
              <a:t> </a:t>
            </a:r>
            <a:r>
              <a:rPr sz="2600" dirty="0" err="1"/>
              <a:t>risco</a:t>
            </a:r>
            <a:r>
              <a:rPr sz="2600" dirty="0"/>
              <a:t> de </a:t>
            </a:r>
            <a:r>
              <a:rPr sz="2600" dirty="0" err="1"/>
              <a:t>doença</a:t>
            </a:r>
            <a:r>
              <a:rPr sz="2600" dirty="0"/>
              <a:t> com base </a:t>
            </a:r>
            <a:r>
              <a:rPr sz="2600" dirty="0" err="1"/>
              <a:t>em</a:t>
            </a:r>
            <a:r>
              <a:rPr sz="2600" dirty="0"/>
              <a:t> dados de </a:t>
            </a:r>
            <a:r>
              <a:rPr sz="2600" dirty="0" err="1"/>
              <a:t>saúde</a:t>
            </a:r>
            <a:r>
              <a:rPr sz="2600" dirty="0"/>
              <a:t> e </a:t>
            </a:r>
            <a:r>
              <a:rPr sz="2600" dirty="0" err="1"/>
              <a:t>estilo</a:t>
            </a:r>
            <a:r>
              <a:rPr sz="2600" dirty="0"/>
              <a:t> de </a:t>
            </a:r>
            <a:r>
              <a:rPr sz="2600" dirty="0" err="1"/>
              <a:t>vida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5778"/>
            <a:ext cx="8229600" cy="16524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600" dirty="0"/>
              <a:t>P</a:t>
            </a:r>
            <a:r>
              <a:rPr sz="2600" dirty="0" err="1"/>
              <a:t>rever</a:t>
            </a:r>
            <a:r>
              <a:rPr sz="2600" dirty="0"/>
              <a:t> o </a:t>
            </a:r>
            <a:r>
              <a:rPr sz="2600" dirty="0" err="1"/>
              <a:t>risco</a:t>
            </a:r>
            <a:r>
              <a:rPr sz="2600" dirty="0"/>
              <a:t> de </a:t>
            </a:r>
            <a:r>
              <a:rPr sz="2600" dirty="0" err="1"/>
              <a:t>doença</a:t>
            </a:r>
            <a:r>
              <a:rPr sz="2600" dirty="0"/>
              <a:t> </a:t>
            </a:r>
            <a:r>
              <a:rPr sz="2600" dirty="0" err="1"/>
              <a:t>usando</a:t>
            </a:r>
            <a:r>
              <a:rPr sz="2600" dirty="0"/>
              <a:t> </a:t>
            </a:r>
            <a:r>
              <a:rPr sz="2600" dirty="0" err="1"/>
              <a:t>variáveis</a:t>
            </a:r>
            <a:r>
              <a:rPr lang="pt-BR" sz="2600" dirty="0"/>
              <a:t>:</a:t>
            </a:r>
          </a:p>
          <a:p>
            <a:pPr marL="0" indent="0">
              <a:buNone/>
            </a:pPr>
            <a:r>
              <a:rPr lang="pt-BR" sz="2600" dirty="0"/>
              <a:t>- I</a:t>
            </a:r>
            <a:r>
              <a:rPr sz="2600" dirty="0" err="1"/>
              <a:t>dade</a:t>
            </a:r>
            <a:r>
              <a:rPr lang="pt-BR" sz="2600" dirty="0"/>
              <a:t>;</a:t>
            </a:r>
          </a:p>
          <a:p>
            <a:pPr marL="0" indent="0">
              <a:buNone/>
            </a:pPr>
            <a:r>
              <a:rPr lang="pt-BR" sz="2600" dirty="0"/>
              <a:t>- Qualidade do </a:t>
            </a:r>
            <a:r>
              <a:rPr sz="2600" dirty="0"/>
              <a:t> </a:t>
            </a:r>
            <a:r>
              <a:rPr sz="2600" dirty="0" err="1"/>
              <a:t>sono</a:t>
            </a:r>
            <a:r>
              <a:rPr lang="pt-BR" sz="2600" dirty="0"/>
              <a:t>;</a:t>
            </a:r>
            <a:r>
              <a:rPr sz="2600" dirty="0"/>
              <a:t> </a:t>
            </a:r>
            <a:r>
              <a:rPr lang="pt-BR" sz="2600" dirty="0"/>
              <a:t> </a:t>
            </a:r>
          </a:p>
          <a:p>
            <a:pPr marL="0" indent="0">
              <a:buNone/>
            </a:pPr>
            <a:r>
              <a:rPr lang="pt-BR" sz="2600" dirty="0"/>
              <a:t>- Quantidade de </a:t>
            </a:r>
            <a:r>
              <a:rPr sz="2600" dirty="0" err="1"/>
              <a:t>passos</a:t>
            </a:r>
            <a:r>
              <a:rPr lang="pt-BR" sz="2600" dirty="0"/>
              <a:t>;</a:t>
            </a:r>
            <a:r>
              <a:rPr sz="2600" dirty="0"/>
              <a:t> </a:t>
            </a:r>
            <a:endParaRPr lang="pt-BR" sz="2600" dirty="0"/>
          </a:p>
          <a:p>
            <a:pPr marL="0" indent="0">
              <a:buNone/>
            </a:pPr>
            <a:r>
              <a:rPr lang="pt-BR" sz="2600" dirty="0"/>
              <a:t>- C</a:t>
            </a:r>
            <a:r>
              <a:rPr sz="2600" dirty="0" err="1"/>
              <a:t>olesterol</a:t>
            </a:r>
            <a:r>
              <a:rPr lang="pt-BR" sz="2600" dirty="0"/>
              <a:t>;</a:t>
            </a:r>
          </a:p>
          <a:p>
            <a:pPr marL="0" indent="0">
              <a:buNone/>
            </a:pPr>
            <a:r>
              <a:rPr lang="pt-BR" sz="2600" dirty="0"/>
              <a:t>- P</a:t>
            </a:r>
            <a:r>
              <a:rPr sz="2600" dirty="0" err="1"/>
              <a:t>ressão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Exploratória</a:t>
            </a:r>
            <a:r>
              <a:rPr dirty="0"/>
              <a:t> dos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D69DB8-B8FC-4BE8-97ED-3111AC3A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57" y="1817642"/>
            <a:ext cx="8181975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078619-BFA2-4549-82E1-B46ABE32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90625"/>
            <a:ext cx="8096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8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025F83-132F-4D00-9E9D-5124CD011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" y="718458"/>
            <a:ext cx="7393577" cy="561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0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Testados</a:t>
            </a:r>
            <a:endParaRPr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09B26B-9A52-434A-9BCF-0FBE668E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667901" cy="20291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4212D1-3EDF-4D1D-99EA-1985DBC5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8965"/>
            <a:ext cx="4039164" cy="199100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D4F1AE2-3C3F-4BAC-90DC-58B7415BE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89746"/>
            <a:ext cx="4239217" cy="1952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9770"/>
            <a:ext cx="8229600" cy="1143000"/>
          </a:xfrm>
        </p:spPr>
        <p:txBody>
          <a:bodyPr/>
          <a:lstStyle/>
          <a:p>
            <a:r>
              <a:rPr dirty="0" err="1"/>
              <a:t>Métricas</a:t>
            </a:r>
            <a:r>
              <a:rPr dirty="0"/>
              <a:t> de Teste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CAA5A1D-F37A-4B7B-8F42-3DC0D211E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198" y="2814551"/>
            <a:ext cx="5239604" cy="1522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 err="1"/>
              <a:t>Resultados</a:t>
            </a:r>
            <a:r>
              <a:rPr dirty="0"/>
              <a:t> do </a:t>
            </a:r>
            <a:r>
              <a:rPr dirty="0" err="1"/>
              <a:t>Projeto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2389"/>
            <a:ext cx="8229600" cy="1737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sz="2600" dirty="0"/>
              <a:t>O </a:t>
            </a:r>
            <a:r>
              <a:rPr sz="2600" dirty="0" err="1"/>
              <a:t>modelo</a:t>
            </a:r>
            <a:r>
              <a:rPr sz="2600" dirty="0"/>
              <a:t> </a:t>
            </a:r>
            <a:r>
              <a:rPr sz="2600" dirty="0" err="1"/>
              <a:t>conseguiu</a:t>
            </a:r>
            <a:r>
              <a:rPr sz="2600" dirty="0"/>
              <a:t> </a:t>
            </a:r>
            <a:r>
              <a:rPr sz="2600" dirty="0" err="1"/>
              <a:t>identificar</a:t>
            </a:r>
            <a:r>
              <a:rPr sz="2600" dirty="0"/>
              <a:t> </a:t>
            </a:r>
            <a:r>
              <a:rPr sz="2600" dirty="0" err="1"/>
              <a:t>padrões</a:t>
            </a:r>
            <a:r>
              <a:rPr sz="2600" dirty="0"/>
              <a:t> </a:t>
            </a:r>
            <a:r>
              <a:rPr sz="2600" dirty="0" err="1"/>
              <a:t>relacionados</a:t>
            </a:r>
            <a:r>
              <a:rPr sz="2600" dirty="0"/>
              <a:t> </a:t>
            </a:r>
            <a:r>
              <a:rPr sz="2600" dirty="0" err="1"/>
              <a:t>ao</a:t>
            </a:r>
            <a:r>
              <a:rPr sz="2600" dirty="0"/>
              <a:t> </a:t>
            </a:r>
            <a:r>
              <a:rPr sz="2600" dirty="0" err="1"/>
              <a:t>risco</a:t>
            </a:r>
            <a:r>
              <a:rPr sz="2600" dirty="0"/>
              <a:t> de </a:t>
            </a:r>
            <a:r>
              <a:rPr sz="2600" dirty="0" err="1"/>
              <a:t>doença</a:t>
            </a:r>
            <a:r>
              <a:rPr sz="2600" dirty="0"/>
              <a:t>.</a:t>
            </a:r>
            <a:endParaRPr lang="pt-BR" sz="2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94215"/>
            <a:ext cx="8229600" cy="19822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800" dirty="0"/>
              <a:t>Este projeto demonstrou a criação de um pipeline de </a:t>
            </a:r>
            <a:r>
              <a:rPr lang="pt-BR" sz="2800" dirty="0" err="1"/>
              <a:t>Machine</a:t>
            </a:r>
            <a:r>
              <a:rPr lang="pt-BR" sz="2800" dirty="0"/>
              <a:t> Learning, desde a análise dos dados até o </a:t>
            </a:r>
            <a:r>
              <a:rPr lang="pt-BR" sz="2800" dirty="0" err="1"/>
              <a:t>deploy</a:t>
            </a:r>
            <a:r>
              <a:rPr lang="pt-BR" sz="2800" dirty="0"/>
              <a:t> do modelo em uma aplicação web, mesmo que não tenha funcionado como esperado.</a:t>
            </a:r>
            <a:br>
              <a:rPr lang="pt-BR" sz="2800" dirty="0"/>
            </a:b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AB9B9-4BE7-403D-9420-5D9ED100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EAC3AB-4219-4E73-8D60-25F8343BB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91395"/>
            <a:ext cx="8229600" cy="1391194"/>
          </a:xfrm>
        </p:spPr>
        <p:txBody>
          <a:bodyPr>
            <a:normAutofit/>
          </a:bodyPr>
          <a:lstStyle/>
          <a:p>
            <a:r>
              <a:rPr lang="pt-BR" sz="2600" dirty="0">
                <a:hlinkClick r:id="rId2"/>
              </a:rPr>
              <a:t>https://github.com/LailaStence/Desafio_Final</a:t>
            </a:r>
            <a:endParaRPr lang="pt-BR" sz="2600" dirty="0"/>
          </a:p>
          <a:p>
            <a:r>
              <a:rPr lang="pt-BR" sz="2600" dirty="0">
                <a:hlinkClick r:id="rId3"/>
              </a:rPr>
              <a:t>https://youtu.be/u_3dLuy8uLw</a:t>
            </a:r>
            <a:r>
              <a:rPr 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984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153</Words>
  <Application>Microsoft Office PowerPoint</Application>
  <PresentationFormat>Apresentação na tela (4:3)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Projeto Final de Machine Learning</vt:lpstr>
      <vt:lpstr>Introdução</vt:lpstr>
      <vt:lpstr>Objetivo do Projeto</vt:lpstr>
      <vt:lpstr>Análise Exploratória dos Dados</vt:lpstr>
      <vt:lpstr>Apresentação do PowerPoint</vt:lpstr>
      <vt:lpstr>Apresentação do PowerPoint</vt:lpstr>
      <vt:lpstr>Modelos Testados</vt:lpstr>
      <vt:lpstr>Métricas de Teste</vt:lpstr>
      <vt:lpstr>Resultados do Projeto</vt:lpstr>
      <vt:lpstr>Conclusão</vt:lpstr>
      <vt:lpstr>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Final de Machine Learning</dc:title>
  <dc:subject/>
  <dc:creator>Stence</dc:creator>
  <cp:keywords/>
  <dc:description>generated using python-pptx</dc:description>
  <cp:lastModifiedBy>laila stence</cp:lastModifiedBy>
  <cp:revision>2</cp:revision>
  <dcterms:created xsi:type="dcterms:W3CDTF">2013-01-27T09:14:16Z</dcterms:created>
  <dcterms:modified xsi:type="dcterms:W3CDTF">2026-03-26T18:14:05Z</dcterms:modified>
  <cp:category/>
</cp:coreProperties>
</file>